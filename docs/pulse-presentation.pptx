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Centraliser et prioriser le feedback produit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Présentation finale · La Capsule · Mai 2026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Vincent Granouillit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6217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Programme Web Development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POINT DE DÉPART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votre PM décide-t-il quoi build cette semaine 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318211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3017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Sondage Slack rapide 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382219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mémoire (sélective) du PM 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85800" y="446227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42976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roadmap qui bouge tous les jours 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5800" y="510235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937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client qui crie le plus fort ?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 remplace les heuristiques par des votes utilisateurs.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PARTIE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stack expliquée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c'est construit, expliqué pour des non-tech.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 minutes · 5 blocs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VUE D'ENSEMBLE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tout s'emboîte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26280" y="2377440"/>
            <a:ext cx="31089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26280" y="2468880"/>
            <a:ext cx="31089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Navigateur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26280" y="2766060"/>
            <a:ext cx="31089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 · Alice · Yasmine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0760" y="3154680"/>
            <a:ext cx="0" cy="41148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680460"/>
            <a:ext cx="15087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771900"/>
            <a:ext cx="15087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15087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+ historique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148840" y="4069080"/>
            <a:ext cx="320040" cy="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3680460"/>
            <a:ext cx="169164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3771900"/>
            <a:ext cx="169164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Actions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68880" y="4069080"/>
            <a:ext cx="169164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Vérifications auto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60520" y="4069080"/>
            <a:ext cx="365760" cy="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6280" y="3611880"/>
            <a:ext cx="3108960" cy="10058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3776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26280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Site en ligne · Next.js + TypeScript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4617720"/>
            <a:ext cx="0" cy="41148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44752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44752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44752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Données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803904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03904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803904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Emails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63056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63056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Redis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63056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Anti-spam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22208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22208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Sentry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522208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Erreurs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1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code de l'app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Next.js + TypeScript + Tailwind — la matière première de l'app.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38328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Next.js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squelette qui gère URLs, pages, communication base de données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16052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605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TypeScript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correcteur orthographique pour les bugs avant qu'ils partent en prod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Tailwind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style écrit directement dans le code, plus rapide et plus cohérent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Sans ces 3 outils : framework maison, code sans filet, ~2 jours perdus sur des bugs visuels.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2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Google Docs pour le code, avec une mémoire infinie.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38328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Sauvegarde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chaque modification est datée, signée, retrouvable en 2 clics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16052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605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Historique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l'évolution du projet jour après jour, 60+ commits scopés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Actions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robot qui vérifie chaque commit (compile + lint + build)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Vert ou rouge en 1 minute. Filet de sécurité avant toute mise en ligne.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3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L'endroit où l'app est en ligne — sans configurer de serveur.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38328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Hébergement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de serveur à louer, pas de HTTPS à gérer, pas de mise en prod manuelle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16052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605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Connecté à GitHub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 push → 30 secondes → site mis à jour en ligne automatiquement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Preview URLs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chaque branche a sa propre URL pour tester avant de merger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Sans ça : un week-end de plomberie pour déployer un simple site.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4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base de données — un Excel collaboratif en ligne, branché à mon app.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38328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tables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Users · Feedbacks · Votes · Notifications · Comments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16052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605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Debug rapide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j'ouvre Airtable directement pour voir, corriger ou supprimer une donnée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Free tier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suffisant pour 10-20 users, limites assumées et documentées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 de migration vers Postgres documenté dans le README pour la V3.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5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Services satellites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Trois services qui font chacun une chose mieux que je ne saurais le faire.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3246120"/>
            <a:ext cx="3383280" cy="246888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24612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Envoi d'emails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42976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 compte + reset password. Gère délivrabilité, spam folder, serveurs SMTP à ma place.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3246120"/>
            <a:ext cx="3383280" cy="246888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324612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Upstash Redis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17720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Anti-spam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42976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Bloque après 5 tentatives de login en moins d'une minute. Invisible pour les vrais users, brutal pour les attaquants.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3246120"/>
            <a:ext cx="3383280" cy="246888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0" y="324612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Sentry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75320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Détecteur d'erreurs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75320" y="42976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 une page plante chez un vrai utilisateur, je reçois un email avec la cause exacte et la ligne de code.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Tous gracieusement dégradés — sans clés d'API, l'app continue de tourner.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RÉCAPITULATIF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Pour résumer en une phrase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560320"/>
            <a:ext cx="10881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stocke le code,
</a:t>
            </a:r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met en ligne,
</a:t>
            </a:r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Next.js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fait tourner les pages,
</a:t>
            </a:r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stocke les données,
</a:t>
            </a:r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 / Redis / Sentry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s'occupent des cas tordus.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Tout ça gratuit, moderne, interconnecté avec quelques clics.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PARTIE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Démo live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minutes · 3 personas · 1 boucle complète.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 · Alice · Yasmine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DÉMO · CASTING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personas, 3 onglets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743200"/>
            <a:ext cx="33832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7432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944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3383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Utilisateur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60120" y="395020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404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Soumet une idée : “mode sombre”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60120" y="445312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343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Vote sur un autre feedback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60120" y="495604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4846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Reçoit la notification de livraison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2743200"/>
            <a:ext cx="33832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27432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2944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Alice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17720" y="3383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Admin produit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395020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38404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Voit le tableau de bord (KPIs, charts)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17720" y="445312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4343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Identifie le top des votes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495604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4846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Envoie l'idée au backlog dev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46720" y="2743200"/>
            <a:ext cx="33832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0" y="27432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5320" y="2944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Yasmine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275320" y="3383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Développeuse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75320" y="395020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0" y="38404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Prend le ticket dans le kanban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75320" y="445312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03920" y="4343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déplace : à faire → en cours → review → livré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75320" y="495604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03920" y="4846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🎉 Confetti quand c'est livré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Boucle complète : feedback → vote → priorisation → dev → notification.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RETOUR D'EXPÉRIENCE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Coder en direct vs Bubble — ce que j'ai appris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68880"/>
            <a:ext cx="5120640" cy="30175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7432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Avec le code direct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43000" y="34564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3375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Vrai git workflow : commits, PRs, CI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43000" y="39136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37947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Sécurité serveur : cookies, JWT, rate limit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143000" y="43708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42519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Déploiement et monitoring prod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143000" y="48280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47091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Décisions d'architecture documentées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2468880"/>
            <a:ext cx="5120640" cy="301752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7432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Mais Bubble m'aurait épargné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537960" y="3456432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33375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L'authentification à la main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37960" y="3913632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0" y="37947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configuration du CI/CD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537960" y="4370832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42519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debug à l'aveugle quand ça plante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37960" y="4828032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0" y="47091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maintien d'un schéma de base à jour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bon outil dépend du contexte.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77440"/>
            <a:ext cx="12161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Questions ?</a:t>
            </a:r>
            <a:endParaRPr lang="en-US" sz="8000" dirty="0"/>
          </a:p>
        </p:txBody>
      </p:sp>
      <p:sp>
        <p:nvSpPr>
          <p:cNvPr id="3" name="Shape 1"/>
          <p:cNvSpPr/>
          <p:nvPr/>
        </p:nvSpPr>
        <p:spPr>
          <a:xfrm>
            <a:off x="5715000" y="4023360"/>
            <a:ext cx="73152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43891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github.com/VincentG32/pulse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5852160"/>
            <a:ext cx="1216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Vincent Granouillit · La Capsule · Mai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 — Présentation finale</dc:title>
  <dc:subject>PptxGenJS Presentation</dc:subject>
  <dc:creator>Vincent Granouillit</dc:creator>
  <cp:lastModifiedBy>Vincent Granouillit</cp:lastModifiedBy>
  <cp:revision>1</cp:revision>
  <dcterms:created xsi:type="dcterms:W3CDTF">2026-05-06T13:46:50Z</dcterms:created>
  <dcterms:modified xsi:type="dcterms:W3CDTF">2026-05-06T13:46:50Z</dcterms:modified>
</cp:coreProperties>
</file>