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PULSE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Centraliser et prioriser le feedback produit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Présentation finale · La Capsule · Mai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Vincent Granouillit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Programme Web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POINT DE DÉPART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Comment votre PM décide-t-il quoi build cette semaine 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18211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017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Sondage Slack rapide 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382219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mémoire (sélective) du PM 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446227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297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Une roadmap qui bouge tous les jours 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5800" y="5102352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937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client qui crie le plus fort 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Pulse remplace les heuristiques par des votes utilisateurs.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PARTIE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stack expliquée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Comment c'est construit, expliqué pour des non-tech.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minutes · 5 blocs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VUE D'ENSEMBLE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Comment tout s'emboîte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4840" y="2377440"/>
            <a:ext cx="3291840" cy="73152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4840" y="23957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Navigateur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27249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Bob · Alice · Yasmine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0760" y="3154680"/>
            <a:ext cx="0" cy="41148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3611880"/>
            <a:ext cx="4206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3657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Vercel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7764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Site en ligne · Next.js + TypeScript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44752" y="5303520"/>
            <a:ext cx="2194560" cy="86868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4752" y="5376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44752" y="5742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Données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3904" y="5303520"/>
            <a:ext cx="2194560" cy="86868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3904" y="5376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03904" y="5742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Emails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5303520"/>
            <a:ext cx="2194560" cy="86868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5376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5742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Anti-spam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22208" y="5303520"/>
            <a:ext cx="2194560" cy="86868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22208" y="5376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Sentry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22208" y="5742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Erreurs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4572000"/>
            <a:ext cx="0" cy="64008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 →  GitHub Actions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 + historique  →  vérifications auto à chaque commit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 1 /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code de l'app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Next.js + TypeScript + Tailwind — la matière première de l'app.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36576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38328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Next.js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squelette qui gère URLs, pages, communication base de données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36576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6052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TypeScript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correcteur orthographique pour les bugs avant qu'ils partent en prod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36576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93776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Tailwind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style écrit directement dans le code, plus rapide et plus cohérent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Sans ces 3 outils : framework maison, code sans filet, ~2 jours perdus sur des bugs visuels.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 2 /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Une Google Docs pour le code, avec une mémoire infinie.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36576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38328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Sauvegarde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chaque modification est datée, signée, retrouvable en 2 clics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36576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6052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Historique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l'évolution du projet jour après jour, 60+ commits scopés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36576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93776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Actions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robot qui vérifie chaque commit (compile + lint + build)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Vert ou rouge en 1 minute. Filet de sécurité avant toute mise en ligne.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 3 /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Vercel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L'endroit où l'app est en ligne — sans configurer de serveur.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36576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38328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Hébergement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 de serveur à louer, pas de HTTPS à gérer, pas de mise en prod manuelle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36576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6052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Connecté à GitHub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push → 30 secondes → site mis à jour en ligne automatiquement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36576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93776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Preview URLs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chaque branche a sa propre URL pour tester avant de merger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Sans ça : un week-end de plomberie pour déployer un simple site.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 4 /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Airtable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base de données — un Excel collaboratif en ligne, branché à mon app.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36576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38328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tables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Users · Feedbacks · Votes · Notifications · Comments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36576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6052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Debug rapide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j'ouvre Airtable directement pour voir, corriger ou supprimer une donnée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36576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93776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 tier —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suffisant pour 10-20 users, limites assumées et documentées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 de migration vers Postgres documenté dans le README pour la V3.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 5 /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Services satellites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Trois services qui font chacun une chose mieux que je ne saurais le faire.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3383280" cy="246888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246120"/>
            <a:ext cx="338328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Envoi d'emails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2976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Vérification compte + reset password. Gère délivrabilité, spam folder, serveurs SMTP à ma place.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3246120"/>
            <a:ext cx="3383280" cy="246888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3246120"/>
            <a:ext cx="338328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Upstash Redis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Anti-spam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42976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Bloque après 5 tentatives de login en moins d'une minute. Invisible pour les vrais users, brutal pour les attaquants.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3246120"/>
            <a:ext cx="3383280" cy="246888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3246120"/>
            <a:ext cx="338328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Sentry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Détecteur d'erreurs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42976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 une page plante chez un vrai utilisateur, je reçois un email avec la cause exacte et la ligne de code.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Tous gracieusement dégradés — sans clés d'API, l'app continue de tourner.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RÉCAPITULATIF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Pour résumer en une phrase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6032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</a:t>
            </a:r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stocke le code,
</a:t>
            </a:r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Vercel </a:t>
            </a:r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met en ligne,
</a:t>
            </a:r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Next.js </a:t>
            </a:r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fait tourner les pages,
</a:t>
            </a:r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Airtable </a:t>
            </a:r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stocke les données,
</a:t>
            </a:r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Resend / Redis / Sentry </a:t>
            </a:r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s'occupent des cas tordus.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Tout ça gratuit, moderne, interconnecté avec quelques clics.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PARTIE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Démo live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minutes · 3 personas · 1 boucle complète.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Bob · Alice · Yasmine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DÉMO · CASTING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personas, 3 onglets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74320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743200"/>
            <a:ext cx="338328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944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Utilisateur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3950208"/>
            <a:ext cx="109728" cy="1097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840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Soumet une idée : “mode sombre”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4453128"/>
            <a:ext cx="109728" cy="1097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343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Vote sur un autre feedback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4956048"/>
            <a:ext cx="109728" cy="1097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846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Reçoit la notification de livraison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274320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743200"/>
            <a:ext cx="338328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944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Alice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 produit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950208"/>
            <a:ext cx="109728" cy="1097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840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Voit le tableau de bord (KPIs, charts)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4453128"/>
            <a:ext cx="109728" cy="1097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343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Identifie le top des votes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4956048"/>
            <a:ext cx="109728" cy="1097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4846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Envoie l'idée au backlog dev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274320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2743200"/>
            <a:ext cx="338328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2944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Yasmine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27532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Développeuse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3950208"/>
            <a:ext cx="109728" cy="1097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3840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Prend le ticket dans le kanban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75320" y="4453128"/>
            <a:ext cx="109728" cy="1097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4343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déplace : à faire → en cours → review → livré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75320" y="4956048"/>
            <a:ext cx="109728" cy="1097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4846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🎉 Confetti quand c'est livré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Boucle complète : feedback → vote → priorisation → dev → notification.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RETOUR D'EXPÉRIENCE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Coder en direct vs Bubble — ce que j'ai appris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68880"/>
            <a:ext cx="5120640" cy="30175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43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Avec le code direct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3456432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3375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Vrai git workflow : commits, PRs, CI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3913632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7947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Sécurité serveur : cookies, JWT, rate limit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43000" y="4370832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251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Déploiement et monitoring prod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43000" y="4828032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7091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Décisions d'architecture documentées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5120640" cy="301752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743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Mais Bubble m'aurait épargné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37960" y="3456432"/>
            <a:ext cx="109728" cy="1097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3375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L'authentification à la main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3913632"/>
            <a:ext cx="109728" cy="1097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7947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configuration du CI/CD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4370832"/>
            <a:ext cx="109728" cy="1097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4251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debug à l'aveugle quand ça plante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4828032"/>
            <a:ext cx="109728" cy="1097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47091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maintien d'un schéma de base à jour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bon outil dépend du contexte.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6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 ?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715000" y="4023360"/>
            <a:ext cx="73152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3891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github.com/VincentG32/pulse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585216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Vincent Granouillit · La Capsule · Mai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Présentation finale</dc:title>
  <dc:subject>PptxGenJS Presentation</dc:subject>
  <dc:creator>Vincent Granouillit</dc:creator>
  <cp:lastModifiedBy>Vincent Granouillit</cp:lastModifiedBy>
  <cp:revision>1</cp:revision>
  <dcterms:created xsi:type="dcterms:W3CDTF">2026-05-06T13:17:54Z</dcterms:created>
  <dcterms:modified xsi:type="dcterms:W3CDTF">2026-05-06T13:17:54Z</dcterms:modified>
</cp:coreProperties>
</file>