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stack expliquée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expliqué pour des non-tech.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minutes · 5 blocs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1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de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+ TypeScript + Tailwind — la matière première de l'app.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URLs, pages, communication base de données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TypeScript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correcteur orthographique pour les bugs avant qu'ils partent en prod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Tailwind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style écrit directement dans le code, plus rapide et plus cohérent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ces 3 outils : framework maison, code sans filet, ~2 jours perdus sur des bugs visuels.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2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avec une mémoire infinie.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Sauvegarde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modification est datée, signée, retrouvable en 2 clics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l'évolution du projet jour après jour, 60+ commits scopés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robot qui vérifie chaque commit (compile + lint + build)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Filet de sécurité avant toute mise en ligne.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3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L'endroit où l'app est en ligne — sans configurer de serveur.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Hébergement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de serveur à louer, pas de HTTPS à gérer, pas de mise en prod manuelle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Connecté à GitHub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push → 30 secondes → site mis à jour en ligne automatiquement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 URLs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branche a sa propre URL pour tester avant de merger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 : un week-end de plomberie pour déployer un simple site.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4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base de données — un Excel collaboratif en ligne, branché à mon 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tables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Users · Feedbacks · Votes · Notifications · Comments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Debug rapide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j'ouvre Airtable directement pour voir, corriger ou supprimer une donnée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 tier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suffisant pour 10-20 users, limites assumées et documentées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de migration vers Postgres documenté dans le README pour la V3.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5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services qui font chacun une chose mieux que je ne saurais le faire.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 d'emails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compte + reset password. Gère délivrabilité, spam folder, serveurs SMTP à ma place.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Upstash Redis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Bloque après 5 tentatives de login en moins d'une minute. Invisible pour les vrais users, brutal pour les attaquants.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753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Détecteur d'erreurs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753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 une page plante chez un vrai utilisateur, je reçois un email avec la cause exacte et la ligne de code.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Tous gracieusement dégradés — sans clés d'API, l'app continue de tourner.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SÉCURITÉ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 qui protège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des comptes utilisateurs et des données privées en jeu, plusieurs couches sont indispensables.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Mots de passe protégés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chiffrés avec bcrypt, jamais stockés en clair, illisibles même pour moi.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8620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Sessions sécurisées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cookie signé par le serveur, transmis en HTTPS, inaccessible au code de la page.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526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Anti-bombardement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login bloqué après 5 essais en 1 minute. Vote, signup et reset password aussi limités.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1663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663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+ reset par email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d'inscription avec une adresse fictive. Liens à expiration courte, à usage unique.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complet du code documenté dans le README — items identifiés, traités, justifiés.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RÉCAPITULATIF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résumer en une phrase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 code,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met en ligne,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fait tourner les pages,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les données,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/ Redis / Sentry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s'occupent des cas tordus.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ça gratuit, moderne, interconnecté avec quelques clics.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live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minutes · 3 personas · 1 boucle complète.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· CASTING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personas, 3 onglets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 une idée : “mode sombre”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 sur un autre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Reçoit la notification de livraison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Voit le tableau de bord (KPIs, charts)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Identifie le top des votes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Envoie l'idée au backlog dev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753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Prend le ticket dans le kanban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déplace : à faire → en cours → review → livré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753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🎉 Confetti quand c'est livré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Boucle complète : feedback → vote → priorisation → dev → notification.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vs Bubble — ce que j'ai appris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120640" cy="3017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le code direct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43000" y="34564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Vrai git workflow : commits, PRs, CI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39136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Sécurité serveur : cookies, JWT, rate limit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143000" y="4370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Déploiement et monitoring prod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143000" y="48280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Décisions d'architecture documentées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30175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Bubble m'aurait épargné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537960" y="34564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L'authentification à la main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37960" y="39136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configuration du CI/CD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37960" y="43708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debug à l'aveugle quand ça plante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37960" y="48280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maintien d'un schéma de base à jour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bon outil dépend du contexte.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2026-05-06T16:30:44Z</dcterms:created>
  <dcterms:modified xsi:type="dcterms:W3CDTF">2026-05-06T16:30:44Z</dcterms:modified>
</cp:coreProperties>
</file>